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template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6"/>
  </p:notesMasterIdLst>
  <p:sldIdLst>
    <p:sldId id="260" r:id="rId2"/>
    <p:sldId id="261" r:id="rId3"/>
    <p:sldId id="262" r:id="rId4"/>
    <p:sldId id="264" r:id="rId5"/>
  </p:sldIdLst>
  <p:sldSz cx="12192000" cy="6858000"/>
  <p:notesSz cx="6858000" cy="9144000"/>
  <p:defaultTextStyle>
    <a:defPPr>
      <a:defRPr lang="es-CL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31348"/>
    <p:restoredTop sz="94658"/>
  </p:normalViewPr>
  <p:slideViewPr>
    <p:cSldViewPr snapToGrid="0">
      <p:cViewPr varScale="1">
        <p:scale>
          <a:sx n="109" d="100"/>
          <a:sy n="109" d="100"/>
        </p:scale>
        <p:origin x="216" y="42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416474539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7288595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08457788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ABEF810-E486-890B-97EC-FE47A8E3ED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Marcador de imagen de diapositiva 1">
            <a:extLst>
              <a:ext uri="{FF2B5EF4-FFF2-40B4-BE49-F238E27FC236}">
                <a16:creationId xmlns:a16="http://schemas.microsoft.com/office/drawing/2014/main" id="{A5051585-E912-1FE3-9548-CDCEC57522C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Marcador de notas 2">
            <a:extLst>
              <a:ext uri="{FF2B5EF4-FFF2-40B4-BE49-F238E27FC236}">
                <a16:creationId xmlns:a16="http://schemas.microsoft.com/office/drawing/2014/main" id="{4C0569B6-CF59-9807-6F35-30772BA6F86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s-CL" dirty="0"/>
          </a:p>
        </p:txBody>
      </p:sp>
      <p:sp>
        <p:nvSpPr>
          <p:cNvPr id="4" name="Marcador de número de diapositiva 3">
            <a:extLst>
              <a:ext uri="{FF2B5EF4-FFF2-40B4-BE49-F238E27FC236}">
                <a16:creationId xmlns:a16="http://schemas.microsoft.com/office/drawing/2014/main" id="{89249B82-5DB8-AC6C-23A7-C9C152717387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14308119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AGTEE - Porta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Imagen 11">
            <a:extLst>
              <a:ext uri="{FF2B5EF4-FFF2-40B4-BE49-F238E27FC236}">
                <a16:creationId xmlns:a16="http://schemas.microsoft.com/office/drawing/2014/main" id="{1F118A4B-5AE5-0DCE-129C-D7342AF83678}"/>
              </a:ext>
            </a:extLst>
          </p:cNvPr>
          <p:cNvPicPr>
            <a:picLocks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Panel blanco translúcido">
            <a:extLst>
              <a:ext uri="{FF2B5EF4-FFF2-40B4-BE49-F238E27FC236}">
                <a16:creationId xmlns:a16="http://schemas.microsoft.com/office/drawing/2014/main" id="{3C090F0F-07CE-0BA8-87E6-1D3E05106100}"/>
              </a:ext>
            </a:extLst>
          </p:cNvPr>
          <p:cNvSpPr/>
          <p:nvPr userDrawn="1"/>
        </p:nvSpPr>
        <p:spPr>
          <a:xfrm>
            <a:off x="762000" y="2371724"/>
            <a:ext cx="10668000" cy="2667000"/>
          </a:xfrm>
          <a:prstGeom prst="rect">
            <a:avLst/>
          </a:prstGeom>
          <a:solidFill>
            <a:srgbClr val="FFFFFF">
              <a:alpha val="68000"/>
            </a:srgbClr>
          </a:solidFill>
          <a:ln w="19050">
            <a:noFill/>
            <a:prstDash val="solid"/>
          </a:ln>
          <a:effectLst/>
          <a:extLst>
            <a:ext uri="{91240B29-F687-4F45-9708-019B960494DF}">
              <a14:hiddenLine xmlns:a14="http://schemas.microsoft.com/office/drawing/2010/main" w="19050">
                <a:solidFill>
                  <a:schemeClr val="accent1">
                    <a:shade val="15000"/>
                  </a:schemeClr>
                </a:solidFill>
                <a:prstDash val="solid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CL"/>
          </a:p>
        </p:txBody>
      </p:sp>
      <p:sp>
        <p:nvSpPr>
          <p:cNvPr id="6" name="EDIT_title_0">
            <a:extLst>
              <a:ext uri="{FF2B5EF4-FFF2-40B4-BE49-F238E27FC236}">
                <a16:creationId xmlns:a16="http://schemas.microsoft.com/office/drawing/2014/main" id="{3B5B2B9D-1498-6C7E-3303-FF879432433A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1190625" y="2552700"/>
            <a:ext cx="9810750" cy="156210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algn="ctr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FontTx/>
              <a:buNone/>
              <a:defRPr sz="3150" b="1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r>
              <a:rPr lang="es-ES"/>
              <a:t>Título de la presentación</a:t>
            </a:r>
            <a:endParaRPr lang="es-CL"/>
          </a:p>
        </p:txBody>
      </p:sp>
      <p:sp>
        <p:nvSpPr>
          <p:cNvPr id="7" name="EDIT_subtitle_1">
            <a:extLst>
              <a:ext uri="{FF2B5EF4-FFF2-40B4-BE49-F238E27FC236}">
                <a16:creationId xmlns:a16="http://schemas.microsoft.com/office/drawing/2014/main" id="{3D343236-6D51-890C-4BE1-4F25D5D48F7B}"/>
              </a:ext>
            </a:extLst>
          </p:cNvPr>
          <p:cNvSpPr>
            <a:spLocks noGrp="1"/>
          </p:cNvSpPr>
          <p:nvPr>
            <p:ph type="subTitle" sz="quarter" idx="11" hasCustomPrompt="1"/>
          </p:nvPr>
        </p:nvSpPr>
        <p:spPr>
          <a:xfrm>
            <a:off x="1190625" y="4191000"/>
            <a:ext cx="9810750" cy="742950"/>
          </a:xfrm>
          <a:prstGeom prst="rect">
            <a:avLst/>
          </a:prstGeom>
        </p:spPr>
        <p:txBody>
          <a:bodyPr wrap="square" lIns="0" tIns="0" rIns="0" bIns="0" anchor="t">
            <a:noAutofit/>
          </a:bodyPr>
          <a:lstStyle>
            <a:lvl1pPr marL="0" indent="0" algn="ctr">
              <a:lnSpc>
                <a:spcPct val="115000"/>
              </a:lnSpc>
              <a:spcBef>
                <a:spcPts val="0"/>
              </a:spcBef>
              <a:spcAft>
                <a:spcPts val="500"/>
              </a:spcAft>
              <a:buFontTx/>
              <a:buNone/>
              <a:defRPr sz="2025" b="0">
                <a:solidFill>
                  <a:srgbClr val="1A4B8A"/>
                </a:solidFill>
                <a:latin typeface="Arial" panose="020B0604020202020204" pitchFamily="34" charset="0"/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lang="es-ES"/>
              <a:t>Nombre del expositor</a:t>
            </a:r>
          </a:p>
          <a:p>
            <a:r>
              <a:rPr lang="es-ES"/>
              <a:t>Institución</a:t>
            </a:r>
            <a:endParaRPr lang="es-CL"/>
          </a:p>
        </p:txBody>
      </p:sp>
      <p:sp>
        <p:nvSpPr>
          <p:cNvPr id="16" name="CuadroTexto 15">
            <a:extLst>
              <a:ext uri="{FF2B5EF4-FFF2-40B4-BE49-F238E27FC236}">
                <a16:creationId xmlns:a16="http://schemas.microsoft.com/office/drawing/2014/main" id="{B6C2557F-8ED0-A634-2EBF-CBC37B637E3D}"/>
              </a:ext>
            </a:extLst>
          </p:cNvPr>
          <p:cNvSpPr txBox="1"/>
          <p:nvPr userDrawn="1"/>
        </p:nvSpPr>
        <p:spPr>
          <a:xfrm>
            <a:off x="1190625" y="1876426"/>
            <a:ext cx="9810750" cy="371475"/>
          </a:xfrm>
          <a:prstGeom prst="rect">
            <a:avLst/>
          </a:prstGeom>
          <a:noFill/>
        </p:spPr>
        <p:txBody>
          <a:bodyPr vert="horz" rtlCol="0">
            <a:spAutoFit/>
          </a:bodyPr>
          <a:lstStyle/>
          <a:p>
            <a:pPr algn="ctr"/>
            <a:r>
              <a:rPr lang="es-ES" sz="1800">
                <a:solidFill>
                  <a:srgbClr val="FFB580"/>
                </a:solidFill>
                <a:latin typeface="Arial" panose="020B0604020202020204" pitchFamily="34" charset="0"/>
              </a:rPr>
              <a:t>28 al 30 de octubre de 2026   Santiago, Chile</a:t>
            </a:r>
            <a:endParaRPr lang="es-CL" sz="1800">
              <a:solidFill>
                <a:srgbClr val="FFB580"/>
              </a:solidFill>
              <a:latin typeface="Arial" panose="020B0604020202020204" pitchFamily="34" charset="0"/>
            </a:endParaRPr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671972FF-A658-7595-45E1-D3F16A91257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48000" y="409575"/>
            <a:ext cx="6096000" cy="1322626"/>
          </a:xfrm>
          <a:prstGeom prst="rect">
            <a:avLst/>
          </a:prstGeom>
        </p:spPr>
      </p:pic>
      <p:pic>
        <p:nvPicPr>
          <p:cNvPr id="5" name="Imagen 4">
            <a:extLst>
              <a:ext uri="{FF2B5EF4-FFF2-40B4-BE49-F238E27FC236}">
                <a16:creationId xmlns:a16="http://schemas.microsoft.com/office/drawing/2014/main" id="{2DFD27A6-80D1-EF7C-A565-8809F928321A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71563" y="5690826"/>
            <a:ext cx="2524125" cy="900474"/>
          </a:xfrm>
          <a:prstGeom prst="rect">
            <a:avLst/>
          </a:prstGeom>
        </p:spPr>
      </p:pic>
      <p:pic>
        <p:nvPicPr>
          <p:cNvPr id="9" name="Imagen 8">
            <a:extLst>
              <a:ext uri="{FF2B5EF4-FFF2-40B4-BE49-F238E27FC236}">
                <a16:creationId xmlns:a16="http://schemas.microsoft.com/office/drawing/2014/main" id="{8A5F388C-F35C-3781-C6AE-6BE9ED8E83ED}"/>
              </a:ext>
            </a:extLst>
          </p:cNvPr>
          <p:cNvPicPr>
            <a:picLocks noChangeAspect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738688" y="5652506"/>
            <a:ext cx="2714625" cy="938794"/>
          </a:xfrm>
          <a:prstGeom prst="rect">
            <a:avLst/>
          </a:prstGeom>
        </p:spPr>
      </p:pic>
      <p:pic>
        <p:nvPicPr>
          <p:cNvPr id="11" name="Imagen 10">
            <a:extLst>
              <a:ext uri="{FF2B5EF4-FFF2-40B4-BE49-F238E27FC236}">
                <a16:creationId xmlns:a16="http://schemas.microsoft.com/office/drawing/2014/main" id="{FFAB93C7-580B-2C40-4686-E3CC8C32CB7F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6313" y="5713529"/>
            <a:ext cx="2524125" cy="87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1483908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AGTEE - Conteni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DIT_title_0">
            <a:extLst>
              <a:ext uri="{FF2B5EF4-FFF2-40B4-BE49-F238E27FC236}">
                <a16:creationId xmlns:a16="http://schemas.microsoft.com/office/drawing/2014/main" id="{30482BF2-B732-CD0A-14DF-8739CE4FFB67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571500"/>
            <a:ext cx="8248650" cy="609600"/>
          </a:xfrm>
          <a:prstGeom prst="rect">
            <a:avLst/>
          </a:prstGeom>
        </p:spPr>
        <p:txBody>
          <a:bodyPr lIns="0" tIns="0" rIns="0" bIns="0"/>
          <a:lstStyle>
            <a:lvl1pPr>
              <a:buFontTx/>
              <a:buNone/>
              <a:defRPr sz="3150" b="1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r>
              <a:rPr lang="es-ES"/>
              <a:t>Título de la diapositiva</a:t>
            </a:r>
            <a:endParaRPr lang="es-CL"/>
          </a:p>
        </p:txBody>
      </p:sp>
      <p:sp>
        <p:nvSpPr>
          <p:cNvPr id="5" name="Línea bajo el título">
            <a:extLst>
              <a:ext uri="{FF2B5EF4-FFF2-40B4-BE49-F238E27FC236}">
                <a16:creationId xmlns:a16="http://schemas.microsoft.com/office/drawing/2014/main" id="{B2DFD51E-499C-1DC7-A876-C2B0F3FDA693}"/>
              </a:ext>
            </a:extLst>
          </p:cNvPr>
          <p:cNvSpPr>
            <a:spLocks noGrp="1"/>
          </p:cNvSpPr>
          <p:nvPr userDrawn="1"/>
        </p:nvSpPr>
        <p:spPr>
          <a:xfrm>
            <a:off x="609600" y="1314450"/>
            <a:ext cx="10972800" cy="190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EDIT_body_1">
            <a:extLst>
              <a:ext uri="{FF2B5EF4-FFF2-40B4-BE49-F238E27FC236}">
                <a16:creationId xmlns:a16="http://schemas.microsoft.com/office/drawing/2014/main" id="{6B2AA72D-5DB7-0EEA-5EDC-F59E4E041C5A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943100"/>
            <a:ext cx="10810875" cy="41910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20000"/>
              </a:lnSpc>
              <a:spcAft>
                <a:spcPts val="1400"/>
              </a:spcAft>
              <a:buSzPct val="80000"/>
              <a:buFont typeface="+mj-lt"/>
              <a:buChar char="•"/>
              <a:defRPr sz="2250" b="0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ES"/>
              <a:t>Texto principal de la presentación.</a:t>
            </a:r>
          </a:p>
          <a:p>
            <a:pPr lvl="0"/>
            <a:endParaRPr lang="es-ES"/>
          </a:p>
          <a:p>
            <a:pPr lvl="0"/>
            <a:r>
              <a:rPr lang="es-ES"/>
              <a:t>Desarrollo breve del tema.</a:t>
            </a:r>
          </a:p>
          <a:p>
            <a:pPr lvl="0"/>
            <a:endParaRPr lang="es-ES"/>
          </a:p>
          <a:p>
            <a:pPr lvl="0"/>
            <a:r>
              <a:rPr lang="es-ES"/>
              <a:t>Idea o resultado que se desea destacar.</a:t>
            </a:r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D0376A80-DFA9-0347-EF90-0B83439A075F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304800"/>
            <a:ext cx="2133600" cy="7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1148413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LAGTEE - Dos colum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DIT_title_0">
            <a:extLst>
              <a:ext uri="{FF2B5EF4-FFF2-40B4-BE49-F238E27FC236}">
                <a16:creationId xmlns:a16="http://schemas.microsoft.com/office/drawing/2014/main" id="{E77396DE-9558-B9F5-6EE8-BC9186226428}"/>
              </a:ext>
            </a:extLst>
          </p:cNvPr>
          <p:cNvSpPr>
            <a:spLocks noGrp="1"/>
          </p:cNvSpPr>
          <p:nvPr>
            <p:ph type="title" sz="quarter" idx="10" hasCustomPrompt="1"/>
          </p:nvPr>
        </p:nvSpPr>
        <p:spPr>
          <a:xfrm>
            <a:off x="609600" y="571500"/>
            <a:ext cx="8248650" cy="609600"/>
          </a:xfrm>
          <a:prstGeom prst="rect">
            <a:avLst/>
          </a:prstGeom>
        </p:spPr>
        <p:txBody>
          <a:bodyPr lIns="0" tIns="0" rIns="0" bIns="0"/>
          <a:lstStyle>
            <a:lvl1pPr>
              <a:buFontTx/>
              <a:buNone/>
              <a:defRPr sz="3150" b="1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r>
              <a:rPr lang="es-ES"/>
              <a:t>Título de la diapositiva</a:t>
            </a:r>
            <a:endParaRPr lang="es-CL"/>
          </a:p>
        </p:txBody>
      </p:sp>
      <p:sp>
        <p:nvSpPr>
          <p:cNvPr id="5" name="Línea bajo el título">
            <a:extLst>
              <a:ext uri="{FF2B5EF4-FFF2-40B4-BE49-F238E27FC236}">
                <a16:creationId xmlns:a16="http://schemas.microsoft.com/office/drawing/2014/main" id="{54D947E6-264E-FB5E-C39B-243A2D4B904C}"/>
              </a:ext>
            </a:extLst>
          </p:cNvPr>
          <p:cNvSpPr>
            <a:spLocks noGrp="1"/>
          </p:cNvSpPr>
          <p:nvPr userDrawn="1"/>
        </p:nvSpPr>
        <p:spPr>
          <a:xfrm>
            <a:off x="609600" y="1314450"/>
            <a:ext cx="10972800" cy="19050"/>
          </a:xfrm>
          <a:prstGeom prst="rect">
            <a:avLst/>
          </a:prstGeom>
          <a:solidFill>
            <a:schemeClr val="accent2"/>
          </a:solidFill>
          <a:ln w="0">
            <a:noFill/>
          </a:ln>
        </p:spPr>
        <p:txBody>
          <a:bodyPr/>
          <a:lstStyle/>
          <a:p>
            <a:endParaRPr lang="es-CL"/>
          </a:p>
        </p:txBody>
      </p:sp>
      <p:sp>
        <p:nvSpPr>
          <p:cNvPr id="6" name="EDIT_body_1">
            <a:extLst>
              <a:ext uri="{FF2B5EF4-FFF2-40B4-BE49-F238E27FC236}">
                <a16:creationId xmlns:a16="http://schemas.microsoft.com/office/drawing/2014/main" id="{9CF032DF-447F-89A8-CEB7-BEE3AE58F36D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609600" y="1943100"/>
            <a:ext cx="4953000" cy="41910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20000"/>
              </a:lnSpc>
              <a:spcAft>
                <a:spcPts val="1400"/>
              </a:spcAft>
              <a:buSzPct val="80000"/>
              <a:buFont typeface="+mj-lt"/>
              <a:buChar char="•"/>
              <a:defRPr sz="2250" b="0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ES"/>
              <a:t>Primer tema</a:t>
            </a:r>
          </a:p>
          <a:p>
            <a:pPr lvl="0"/>
            <a:endParaRPr lang="es-ES"/>
          </a:p>
          <a:p>
            <a:pPr lvl="0"/>
            <a:r>
              <a:rPr lang="es-ES"/>
              <a:t>Descripción breve del enfoque</a:t>
            </a:r>
          </a:p>
          <a:p>
            <a:pPr lvl="0"/>
            <a:r>
              <a:rPr lang="es-ES"/>
              <a:t>y de los datos utilizados.</a:t>
            </a:r>
            <a:endParaRPr lang="es-CL"/>
          </a:p>
        </p:txBody>
      </p:sp>
      <p:sp>
        <p:nvSpPr>
          <p:cNvPr id="7" name="EDIT_body_2">
            <a:extLst>
              <a:ext uri="{FF2B5EF4-FFF2-40B4-BE49-F238E27FC236}">
                <a16:creationId xmlns:a16="http://schemas.microsoft.com/office/drawing/2014/main" id="{13388EAB-C704-9791-078E-63CE3220BD1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553200" y="1943100"/>
            <a:ext cx="4953000" cy="4191000"/>
          </a:xfrm>
          <a:prstGeom prst="rect">
            <a:avLst/>
          </a:prstGeom>
        </p:spPr>
        <p:txBody>
          <a:bodyPr lIns="0" tIns="0" rIns="0" bIns="0"/>
          <a:lstStyle>
            <a:lvl1pPr marL="228600" indent="-228600">
              <a:lnSpc>
                <a:spcPct val="120000"/>
              </a:lnSpc>
              <a:spcAft>
                <a:spcPts val="1400"/>
              </a:spcAft>
              <a:buSzPct val="80000"/>
              <a:buFont typeface="+mj-lt"/>
              <a:buChar char="•"/>
              <a:defRPr sz="2250" b="0">
                <a:solidFill>
                  <a:srgbClr val="0D2C54"/>
                </a:solidFill>
                <a:latin typeface="Arial" panose="020B0604020202020204" pitchFamily="34" charset="0"/>
              </a:defRPr>
            </a:lvl1pPr>
          </a:lstStyle>
          <a:p>
            <a:pPr lvl="0"/>
            <a:r>
              <a:rPr lang="es-ES"/>
              <a:t>Segundo tema</a:t>
            </a:r>
          </a:p>
          <a:p>
            <a:pPr lvl="0"/>
            <a:endParaRPr lang="es-ES"/>
          </a:p>
          <a:p>
            <a:pPr lvl="0"/>
            <a:r>
              <a:rPr lang="es-ES"/>
              <a:t>Descripción breve del resultado</a:t>
            </a:r>
          </a:p>
          <a:p>
            <a:pPr lvl="0"/>
            <a:r>
              <a:rPr lang="es-ES"/>
              <a:t>y de su interpretación.</a:t>
            </a:r>
            <a:endParaRPr lang="es-CL"/>
          </a:p>
        </p:txBody>
      </p:sp>
      <p:pic>
        <p:nvPicPr>
          <p:cNvPr id="3" name="Imagen 2">
            <a:extLst>
              <a:ext uri="{FF2B5EF4-FFF2-40B4-BE49-F238E27FC236}">
                <a16:creationId xmlns:a16="http://schemas.microsoft.com/office/drawing/2014/main" id="{3E5CD410-4AAC-E081-EEF9-F5EC2F05527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800" y="304800"/>
            <a:ext cx="2133600" cy="76957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043231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55" r:id="rId1"/>
    <p:sldLayoutId id="2147483656" r:id="rId2"/>
    <p:sldLayoutId id="2147483657" r:id="rId3"/>
  </p:sldLayoutIdLst>
  <p:txStyles>
    <p:titleStyle>
      <a:lvl1pPr algn="l" eaLnBrk="1" hangingPunct="1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 eaLnBrk="1" hangingPunct="1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 eaLnBrk="1" hangingPunct="1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eaLnBrk="1" hangingPunct="1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eaLnBrk="1" hangingPunct="1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eaLnBrk="1" hangingPunct="1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E91188B-6257-BB19-AA15-539685870420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1190625" y="2930768"/>
            <a:ext cx="9810750" cy="1184031"/>
          </a:xfrm>
        </p:spPr>
        <p:txBody>
          <a:bodyPr wrap="square" lIns="0" tIns="0" rIns="0" bIns="0" anchor="t">
            <a:noAutofit/>
          </a:bodyPr>
          <a:lstStyle/>
          <a:p>
            <a:r>
              <a:rPr lang="es-CL" dirty="0"/>
              <a:t>Título de la presentación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487F893-3267-A7A3-0170-AD27BB190906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1190625" y="4191000"/>
            <a:ext cx="9810750" cy="742950"/>
          </a:xfrm>
        </p:spPr>
        <p:txBody>
          <a:bodyPr wrap="square" lIns="0" tIns="0" rIns="0" bIns="0" anchor="t">
            <a:noAutofit/>
          </a:bodyPr>
          <a:lstStyle/>
          <a:p>
            <a:r>
              <a:rPr lang="es-CL"/>
              <a:t>Nombre del expositor</a:t>
            </a:r>
          </a:p>
          <a:p>
            <a:r>
              <a:rPr lang="es-CL"/>
              <a:t>Institución</a:t>
            </a:r>
          </a:p>
        </p:txBody>
      </p:sp>
    </p:spTree>
    <p:extLst>
      <p:ext uri="{BB962C8B-B14F-4D97-AF65-F5344CB8AC3E}">
        <p14:creationId xmlns:p14="http://schemas.microsoft.com/office/powerpoint/2010/main" val="18072903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C26A5B0-24B7-E6C3-FE32-422F0A8089D5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09600" y="571500"/>
            <a:ext cx="8248650" cy="609600"/>
          </a:xfrm>
        </p:spPr>
        <p:txBody>
          <a:bodyPr/>
          <a:lstStyle/>
          <a:p>
            <a:r>
              <a:rPr lang="es-CL"/>
              <a:t>Título de la diapositiva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85EF2262-3326-F997-B2A7-4D51F646D1C5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943100"/>
            <a:ext cx="10810875" cy="4191000"/>
          </a:xfrm>
        </p:spPr>
        <p:txBody>
          <a:bodyPr/>
          <a:lstStyle/>
          <a:p>
            <a:r>
              <a:rPr lang="es-ES"/>
              <a:t>Contexto del trabajo: descripción del problema, su relevancia para el sector eléctrico y los aspectos que motivan el estudio.</a:t>
            </a:r>
          </a:p>
          <a:p>
            <a:r>
              <a:rPr lang="es-ES"/>
              <a:t>Objetivo principal: resultado que se busca obtener y alcance de la presentación, con énfasis en la pregunta que orienta el análisis.</a:t>
            </a:r>
          </a:p>
          <a:p>
            <a:r>
              <a:rPr lang="es-ES"/>
              <a:t>Metodología: datos utilizados, supuestos de trabajo y procedimientos que permiten comparar las alternativas o evaluar el sistema.</a:t>
            </a:r>
          </a:p>
          <a:p>
            <a:r>
              <a:rPr lang="es-ES"/>
              <a:t>Resultados y discusión: principales hallazgos, interpretación de la evidencia y relación con el objetivo planteado al inicio.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6047930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ECCBF52-5026-5311-0C61-4EB76A49F323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609600" y="571500"/>
            <a:ext cx="8248650" cy="609600"/>
          </a:xfrm>
        </p:spPr>
        <p:txBody>
          <a:bodyPr/>
          <a:lstStyle/>
          <a:p>
            <a:r>
              <a:rPr lang="es-CL" dirty="0"/>
              <a:t>Título de la diapositiva</a:t>
            </a:r>
          </a:p>
        </p:txBody>
      </p:sp>
      <p:sp>
        <p:nvSpPr>
          <p:cNvPr id="3" name="Marcador de texto 2">
            <a:extLst>
              <a:ext uri="{FF2B5EF4-FFF2-40B4-BE49-F238E27FC236}">
                <a16:creationId xmlns:a16="http://schemas.microsoft.com/office/drawing/2014/main" id="{2D8C8A13-AEAC-04B0-6643-04EDA28D20D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09600" y="1943100"/>
            <a:ext cx="4953000" cy="4191000"/>
          </a:xfrm>
        </p:spPr>
        <p:txBody>
          <a:bodyPr/>
          <a:lstStyle/>
          <a:p>
            <a:r>
              <a:rPr lang="es-ES"/>
              <a:t>Problema de estudio y antecedentes que explican la necesidad del análisis.</a:t>
            </a:r>
          </a:p>
          <a:p>
            <a:r>
              <a:rPr lang="es-ES"/>
              <a:t>Datos, fuentes y criterios empleados para delimitar el alcance del trabajo.</a:t>
            </a:r>
          </a:p>
          <a:p>
            <a:r>
              <a:rPr lang="es-ES"/>
              <a:t>Procedimiento de evaluación, supuestos adoptados y condiciones de comparación.</a:t>
            </a:r>
            <a:endParaRPr lang="es-CL"/>
          </a:p>
        </p:txBody>
      </p:sp>
      <p:sp>
        <p:nvSpPr>
          <p:cNvPr id="4" name="Marcador de texto 3">
            <a:extLst>
              <a:ext uri="{FF2B5EF4-FFF2-40B4-BE49-F238E27FC236}">
                <a16:creationId xmlns:a16="http://schemas.microsoft.com/office/drawing/2014/main" id="{6AB13CF5-6BE6-47F3-B254-0C21A6E403CB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6553200" y="1943100"/>
            <a:ext cx="4953000" cy="4191000"/>
          </a:xfrm>
        </p:spPr>
        <p:txBody>
          <a:bodyPr/>
          <a:lstStyle/>
          <a:p>
            <a:r>
              <a:rPr lang="es-ES"/>
              <a:t>Resultados principales y evidencia que permite sustentar cada hallazgo.</a:t>
            </a:r>
          </a:p>
          <a:p>
            <a:r>
              <a:rPr lang="es-ES"/>
              <a:t>Interpretación de los resultados y relación con los objetivos de la presentación.</a:t>
            </a:r>
          </a:p>
          <a:p>
            <a:r>
              <a:rPr lang="es-ES"/>
              <a:t>Limitaciones del análisis y aspectos que requieren una evaluación adicional.</a:t>
            </a:r>
            <a:endParaRPr lang="es-CL"/>
          </a:p>
        </p:txBody>
      </p:sp>
    </p:spTree>
    <p:extLst>
      <p:ext uri="{BB962C8B-B14F-4D97-AF65-F5344CB8AC3E}">
        <p14:creationId xmlns:p14="http://schemas.microsoft.com/office/powerpoint/2010/main" val="269267894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99BFF5-DB40-9999-6194-8040B7EBD70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C79DA94-1731-FAD6-7B34-ACD940116A82}"/>
              </a:ext>
            </a:extLst>
          </p:cNvPr>
          <p:cNvSpPr>
            <a:spLocks noGrp="1"/>
          </p:cNvSpPr>
          <p:nvPr>
            <p:ph type="title" sz="quarter" idx="10"/>
          </p:nvPr>
        </p:nvSpPr>
        <p:spPr>
          <a:xfrm>
            <a:off x="1190625" y="3083442"/>
            <a:ext cx="9810750" cy="1031358"/>
          </a:xfrm>
        </p:spPr>
        <p:txBody>
          <a:bodyPr wrap="square" lIns="0" tIns="0" rIns="0" bIns="0" anchor="t">
            <a:noAutofit/>
          </a:bodyPr>
          <a:lstStyle/>
          <a:p>
            <a:r>
              <a:rPr lang="es-CL" dirty="0"/>
              <a:t>Gracias!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EFF0058-2AFC-D30D-BAA0-A5863B0A8675}"/>
              </a:ext>
            </a:extLst>
          </p:cNvPr>
          <p:cNvSpPr>
            <a:spLocks noGrp="1"/>
          </p:cNvSpPr>
          <p:nvPr>
            <p:ph type="subTitle" sz="quarter" idx="11"/>
          </p:nvPr>
        </p:nvSpPr>
        <p:spPr>
          <a:xfrm>
            <a:off x="1190625" y="3902592"/>
            <a:ext cx="9810750" cy="1031358"/>
          </a:xfrm>
        </p:spPr>
        <p:txBody>
          <a:bodyPr wrap="square" lIns="0" tIns="0" rIns="0" bIns="0" anchor="t">
            <a:noAutofit/>
          </a:bodyPr>
          <a:lstStyle/>
          <a:p>
            <a:r>
              <a:rPr lang="es-CL" dirty="0"/>
              <a:t>Nombre del expositor</a:t>
            </a:r>
          </a:p>
          <a:p>
            <a:r>
              <a:rPr lang="es-CL" dirty="0" err="1"/>
              <a:t>correo@institucion.cl</a:t>
            </a:r>
            <a:endParaRPr lang="es-CL" dirty="0"/>
          </a:p>
        </p:txBody>
      </p:sp>
    </p:spTree>
    <p:extLst>
      <p:ext uri="{BB962C8B-B14F-4D97-AF65-F5344CB8AC3E}">
        <p14:creationId xmlns:p14="http://schemas.microsoft.com/office/powerpoint/2010/main" val="1054324723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LAGTEE 2026">
      <a:dk1>
        <a:srgbClr val="0D2C54"/>
      </a:dk1>
      <a:lt1>
        <a:srgbClr val="FFFFFF"/>
      </a:lt1>
      <a:dk2>
        <a:srgbClr val="1A4B8A"/>
      </a:dk2>
      <a:lt2>
        <a:srgbClr val="F8FAFC"/>
      </a:lt2>
      <a:accent1>
        <a:srgbClr val="0D2C54"/>
      </a:accent1>
      <a:accent2>
        <a:srgbClr val="1A4B8A"/>
      </a:accent2>
      <a:accent3>
        <a:srgbClr val="FFB580"/>
      </a:accent3>
      <a:accent4>
        <a:srgbClr val="2A9D8F"/>
      </a:accent4>
      <a:accent5>
        <a:srgbClr val="00629B"/>
      </a:accent5>
      <a:accent6>
        <a:srgbClr val="F4A261"/>
      </a:accent6>
      <a:hlink>
        <a:srgbClr val="1A4B8A"/>
      </a:hlink>
      <a:folHlink>
        <a:srgbClr val="00629B"/>
      </a:folHlink>
    </a:clrScheme>
    <a:fontScheme name="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CLAGTEE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LAGTEE2026_Plantilla_v2" id="{07528DF8-C408-FD4E-B35A-2CB758EAC05D}" vid="{89AF4FE9-ED7A-D84F-B3AC-835348BB749D}"/>
    </a:ext>
  </a:extLst>
</a:theme>
</file>

<file path=ppt/theme/theme2.xml><?xml version="1.0" encoding="utf-8"?>
<a:theme xmlns:a="http://schemas.openxmlformats.org/drawingml/2006/main" name="ChatGPT">
  <a:themeElements>
    <a:clrScheme name="CLAGTEE 2026">
      <a:dk1>
        <a:srgbClr val="0D2C54"/>
      </a:dk1>
      <a:lt1>
        <a:srgbClr val="FFFFFF"/>
      </a:lt1>
      <a:dk2>
        <a:srgbClr val="1A4B8A"/>
      </a:dk2>
      <a:lt2>
        <a:srgbClr val="F8FAFC"/>
      </a:lt2>
      <a:accent1>
        <a:srgbClr val="0D2C54"/>
      </a:accent1>
      <a:accent2>
        <a:srgbClr val="1A4B8A"/>
      </a:accent2>
      <a:accent3>
        <a:srgbClr val="FFB580"/>
      </a:accent3>
      <a:accent4>
        <a:srgbClr val="2A9D8F"/>
      </a:accent4>
      <a:accent5>
        <a:srgbClr val="00629B"/>
      </a:accent5>
      <a:accent6>
        <a:srgbClr val="F4A261"/>
      </a:accent6>
      <a:hlink>
        <a:srgbClr val="1A4B8A"/>
      </a:hlink>
      <a:folHlink>
        <a:srgbClr val="00629B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LAGTEE 2026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</TotalTime>
  <Words>182</Words>
  <Application>Microsoft Macintosh PowerPoint</Application>
  <DocSecurity>0</DocSecurity>
  <PresentationFormat>Panorámica</PresentationFormat>
  <Paragraphs>18</Paragraphs>
  <Slides>4</Slides>
  <Notes>4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4</vt:i4>
      </vt:variant>
    </vt:vector>
  </HeadingPairs>
  <TitlesOfParts>
    <vt:vector size="7" baseType="lpstr">
      <vt:lpstr>Aptos</vt:lpstr>
      <vt:lpstr>Arial</vt:lpstr>
      <vt:lpstr>ChatGPT</vt:lpstr>
      <vt:lpstr>Título de la presentación</vt:lpstr>
      <vt:lpstr>Título de la diapositiva</vt:lpstr>
      <vt:lpstr>Título de la diapositiva</vt:lpstr>
      <vt:lpstr>Gracias!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 48469</dc:creator>
  <cp:lastModifiedBy>ji 48469</cp:lastModifiedBy>
  <cp:revision>2</cp:revision>
  <dcterms:created xsi:type="dcterms:W3CDTF">2026-10-15T12:43:21Z</dcterms:created>
  <dcterms:modified xsi:type="dcterms:W3CDTF">2026-10-15T12:45:22Z</dcterms:modified>
</cp:coreProperties>
</file>